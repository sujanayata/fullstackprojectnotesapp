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21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384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383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223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559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969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636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713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783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291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224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3985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83005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160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388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5726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6145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649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8740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276837"/>
            <a:ext cx="6377940" cy="1006680"/>
          </a:xfrm>
        </p:spPr>
        <p:txBody>
          <a:bodyPr/>
          <a:lstStyle/>
          <a:p>
            <a:r>
              <a:rPr dirty="0"/>
              <a:t>What is BOM?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BOM </a:t>
            </a:r>
            <a:r>
              <a:rPr lang="en-IN" dirty="0"/>
              <a:t>(</a:t>
            </a:r>
            <a:r>
              <a:rPr dirty="0"/>
              <a:t>Browser Object Model</a:t>
            </a:r>
            <a:r>
              <a:rPr lang="en-IN" dirty="0"/>
              <a:t>)</a:t>
            </a:r>
            <a:endParaRPr dirty="0"/>
          </a:p>
          <a:p>
            <a:pPr marL="0" indent="0">
              <a:buNone/>
            </a:pPr>
            <a:r>
              <a:rPr dirty="0"/>
              <a:t>• It allows JavaScript to interact with the browser itself</a:t>
            </a:r>
          </a:p>
          <a:p>
            <a:pPr marL="0" indent="0">
              <a:buNone/>
            </a:pPr>
            <a:r>
              <a:rPr dirty="0"/>
              <a:t>• Not limited to webpage content (unlike DOM)</a:t>
            </a:r>
          </a:p>
          <a:p>
            <a:pPr marL="0" indent="0">
              <a:buNone/>
            </a:pPr>
            <a:r>
              <a:rPr dirty="0"/>
              <a:t>• Controls browser features like window size, navigation, history, screen info</a:t>
            </a:r>
            <a:br>
              <a:rPr lang="en-IN" dirty="0"/>
            </a:br>
            <a:endParaRPr dirty="0"/>
          </a:p>
        </p:txBody>
      </p:sp>
      <p:pic>
        <p:nvPicPr>
          <p:cNvPr id="5" name="Picture 4" descr="A diagram of a browser object">
            <a:extLst>
              <a:ext uri="{FF2B5EF4-FFF2-40B4-BE49-F238E27FC236}">
                <a16:creationId xmlns:a16="http://schemas.microsoft.com/office/drawing/2014/main" id="{F1890F63-702C-13EE-FD07-8C1D5CDCD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016" y="3909269"/>
            <a:ext cx="6795082" cy="22168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BOM Exists?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Webpages need to access browser functionalities</a:t>
            </a:r>
          </a:p>
          <a:p>
            <a:pPr marL="0" indent="0">
              <a:buNone/>
            </a:pPr>
            <a:r>
              <a:rPr dirty="0"/>
              <a:t>• Example: Check window size for responsive design</a:t>
            </a:r>
          </a:p>
          <a:p>
            <a:pPr marL="0" indent="0">
              <a:buNone/>
            </a:pPr>
            <a:r>
              <a:rPr dirty="0"/>
              <a:t>• Redirect user to another webpage</a:t>
            </a:r>
          </a:p>
          <a:p>
            <a:pPr marL="0" indent="0">
              <a:buNone/>
            </a:pPr>
            <a:r>
              <a:rPr dirty="0"/>
              <a:t>• Show alerts, confirmation, and input dialogs</a:t>
            </a:r>
          </a:p>
          <a:p>
            <a:pPr marL="0" indent="0">
              <a:buNone/>
            </a:pPr>
            <a:r>
              <a:rPr dirty="0"/>
              <a:t>• Access browser history for navigation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Do We Use BOM?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Creating popup messages (alert, prompt, confirm)</a:t>
            </a:r>
          </a:p>
          <a:p>
            <a:pPr marL="0" indent="0">
              <a:buNone/>
            </a:pPr>
            <a:r>
              <a:rPr dirty="0"/>
              <a:t>• Understanding screen size for UI adjustments</a:t>
            </a:r>
          </a:p>
          <a:p>
            <a:pPr marL="0" indent="0">
              <a:buNone/>
            </a:pPr>
            <a:r>
              <a:rPr dirty="0"/>
              <a:t>• Opening or closing browser windows</a:t>
            </a:r>
          </a:p>
          <a:p>
            <a:pPr marL="0" indent="0">
              <a:buNone/>
            </a:pPr>
            <a:r>
              <a:rPr dirty="0"/>
              <a:t>• Navigating between pages</a:t>
            </a:r>
          </a:p>
          <a:p>
            <a:pPr marL="0" indent="0">
              <a:buNone/>
            </a:pPr>
            <a:r>
              <a:rPr dirty="0"/>
              <a:t>• Getting information about browser &amp;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BOM vs DOM (Very Important)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DOM → Document Object Model → Deals with HTML elements</a:t>
            </a:r>
          </a:p>
          <a:p>
            <a:pPr marL="0" indent="0">
              <a:buNone/>
            </a:pPr>
            <a:r>
              <a:rPr dirty="0"/>
              <a:t>• BOM → Browser Object Model → Deals with browser window</a:t>
            </a:r>
          </a:p>
          <a:p>
            <a:r>
              <a:rPr dirty="0"/>
              <a:t>DOM Example: </a:t>
            </a:r>
            <a:r>
              <a:rPr dirty="0" err="1"/>
              <a:t>document.getElementById</a:t>
            </a:r>
            <a:r>
              <a:rPr dirty="0"/>
              <a:t>()</a:t>
            </a:r>
          </a:p>
          <a:p>
            <a:r>
              <a:rPr dirty="0"/>
              <a:t>BOM Example: </a:t>
            </a:r>
            <a:r>
              <a:rPr dirty="0" err="1"/>
              <a:t>window.location.href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Window Object (Heart of BOM)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• window is the top-most object in BOM</a:t>
            </a:r>
          </a:p>
          <a:p>
            <a:pPr marL="0" indent="0">
              <a:buNone/>
            </a:pPr>
            <a:r>
              <a:rPr dirty="0"/>
              <a:t>• Represents the entire browser window</a:t>
            </a:r>
          </a:p>
          <a:p>
            <a:pPr marL="0" indent="0">
              <a:buNone/>
            </a:pPr>
            <a:r>
              <a:rPr dirty="0"/>
              <a:t>• All global variables &amp; functions become part of window</a:t>
            </a:r>
          </a:p>
          <a:p>
            <a:pPr marL="0" indent="0">
              <a:buNone/>
            </a:pPr>
            <a:r>
              <a:rPr dirty="0"/>
              <a:t>• Example:</a:t>
            </a:r>
          </a:p>
          <a:p>
            <a:r>
              <a:rPr dirty="0"/>
              <a:t>   </a:t>
            </a:r>
            <a:r>
              <a:rPr dirty="0" err="1"/>
              <a:t>window.alert</a:t>
            </a:r>
            <a:r>
              <a:rPr dirty="0"/>
              <a:t>('Hi')</a:t>
            </a:r>
          </a:p>
          <a:p>
            <a:r>
              <a:rPr dirty="0"/>
              <a:t>   </a:t>
            </a:r>
            <a:r>
              <a:rPr dirty="0" err="1"/>
              <a:t>window.innerWidth</a:t>
            </a:r>
            <a:endParaRPr dirty="0"/>
          </a:p>
          <a:p>
            <a:r>
              <a:rPr dirty="0"/>
              <a:t>   </a:t>
            </a:r>
            <a:r>
              <a:rPr dirty="0" err="1"/>
              <a:t>window.document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Window Object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Some commonly used properties of window: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innerWidth</a:t>
            </a:r>
            <a:r>
              <a:rPr dirty="0"/>
              <a:t> → Width of browser window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innerHeight</a:t>
            </a:r>
            <a:r>
              <a:rPr dirty="0"/>
              <a:t> → Height of browser window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outerWidth</a:t>
            </a:r>
            <a:r>
              <a:rPr dirty="0"/>
              <a:t> → Full width (including toolbar)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outerHeight</a:t>
            </a:r>
            <a:r>
              <a:rPr dirty="0"/>
              <a:t> → Full height (including toolbar)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 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Gives information about user's screen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screen.width</a:t>
            </a:r>
            <a:r>
              <a:rPr dirty="0"/>
              <a:t> → Screen width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screen.height</a:t>
            </a:r>
            <a:r>
              <a:rPr dirty="0"/>
              <a:t> → Screen height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screen.colorDepth</a:t>
            </a:r>
            <a:r>
              <a:rPr dirty="0"/>
              <a:t> → Color quality</a:t>
            </a:r>
          </a:p>
          <a:p>
            <a:r>
              <a:rPr dirty="0"/>
              <a:t>Used for responsive layouts &amp; display adjustments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Location 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Helps control and access browser URL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window.location.href</a:t>
            </a:r>
            <a:r>
              <a:rPr dirty="0"/>
              <a:t> → Get current URL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window.location.reload</a:t>
            </a:r>
            <a:r>
              <a:rPr dirty="0"/>
              <a:t>() → Reload page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window.location.assign</a:t>
            </a:r>
            <a:r>
              <a:rPr dirty="0"/>
              <a:t>('site') → Navigate to new page</a:t>
            </a:r>
          </a:p>
          <a:p>
            <a:pPr marL="0" indent="0">
              <a:buNone/>
            </a:pPr>
            <a:r>
              <a:rPr dirty="0"/>
              <a:t>• Useful for redirects and changing pages dynamically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Allows navigation through browser history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history.back</a:t>
            </a:r>
            <a:r>
              <a:rPr dirty="0"/>
              <a:t>() → Go to previous page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history.forward</a:t>
            </a:r>
            <a:r>
              <a:rPr dirty="0"/>
              <a:t>() → Go to next page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history.length</a:t>
            </a:r>
            <a:r>
              <a:rPr dirty="0"/>
              <a:t> → Number of pages in history</a:t>
            </a:r>
          </a:p>
          <a:p>
            <a:r>
              <a:rPr dirty="0"/>
              <a:t>Useful in SPA &amp; custom navigation systems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Navigator 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Contains information about browser &amp; OS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navigator.userAgent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navigator.language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navigator.onLine</a:t>
            </a:r>
            <a:r>
              <a:rPr dirty="0"/>
              <a:t> → Check internet connection</a:t>
            </a:r>
          </a:p>
          <a:p>
            <a:r>
              <a:rPr dirty="0"/>
              <a:t>Used for browser compatibility &amp; environment checking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Popup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alert('message') → Simple message popup</a:t>
            </a:r>
          </a:p>
          <a:p>
            <a:pPr marL="0" indent="0">
              <a:buNone/>
            </a:pPr>
            <a:r>
              <a:rPr dirty="0"/>
              <a:t>• confirm('Are you sure?') → Returns true/false</a:t>
            </a:r>
          </a:p>
          <a:p>
            <a:pPr marL="0" indent="0">
              <a:buNone/>
            </a:pPr>
            <a:r>
              <a:rPr dirty="0"/>
              <a:t>• prompt('Your name?') → Takes user input</a:t>
            </a:r>
          </a:p>
          <a:p>
            <a:r>
              <a:rPr dirty="0"/>
              <a:t>Commonly used for quick interactions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Opening &amp; Closing Browser Windows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window.open</a:t>
            </a:r>
            <a:r>
              <a:rPr dirty="0"/>
              <a:t>('https://google.com') → Opens new tab/window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window.close</a:t>
            </a:r>
            <a:r>
              <a:rPr dirty="0"/>
              <a:t>() → Closes current tab (if opened via script)</a:t>
            </a:r>
          </a:p>
          <a:p>
            <a:r>
              <a:rPr dirty="0"/>
              <a:t>Used for controlled navigation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Real‑Life Uses of 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Showing warning popups</a:t>
            </a:r>
          </a:p>
          <a:p>
            <a:pPr marL="0" indent="0">
              <a:buNone/>
            </a:pPr>
            <a:r>
              <a:rPr dirty="0"/>
              <a:t>• Checking if user is online</a:t>
            </a:r>
          </a:p>
          <a:p>
            <a:pPr marL="0" indent="0">
              <a:buNone/>
            </a:pPr>
            <a:r>
              <a:rPr dirty="0"/>
              <a:t>• Detecting screen size for responsive content</a:t>
            </a:r>
          </a:p>
          <a:p>
            <a:pPr marL="0" indent="0">
              <a:buNone/>
            </a:pPr>
            <a:r>
              <a:rPr dirty="0"/>
              <a:t>• Automatically redirecting users</a:t>
            </a:r>
          </a:p>
          <a:p>
            <a:pPr marL="0" indent="0">
              <a:buNone/>
            </a:pPr>
            <a:r>
              <a:rPr dirty="0"/>
              <a:t>• Custom back/forward navigation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of 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BOM = Browser level interactions using JavaScript</a:t>
            </a:r>
          </a:p>
          <a:p>
            <a:pPr marL="0" indent="0">
              <a:buNone/>
            </a:pPr>
            <a:r>
              <a:rPr dirty="0"/>
              <a:t>• window object is the root</a:t>
            </a:r>
          </a:p>
          <a:p>
            <a:pPr marL="0" indent="0">
              <a:buNone/>
            </a:pPr>
            <a:r>
              <a:rPr dirty="0"/>
              <a:t>• DOM = webpage content | BOM = browser control</a:t>
            </a:r>
          </a:p>
          <a:p>
            <a:pPr marL="0" indent="0">
              <a:buNone/>
            </a:pPr>
            <a:r>
              <a:rPr dirty="0"/>
              <a:t>• Useful for: navigation, screen info, popups, history control, window sizing</a:t>
            </a:r>
            <a:br>
              <a:rPr lang="en-IN" dirty="0"/>
            </a:b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17</TotalTime>
  <Words>583</Words>
  <Application>Microsoft Office PowerPoint</Application>
  <PresentationFormat>On-screen Show (4:3)</PresentationFormat>
  <Paragraphs>80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Century Gothic</vt:lpstr>
      <vt:lpstr>Vapor Trail</vt:lpstr>
      <vt:lpstr>What is BOM?</vt:lpstr>
      <vt:lpstr>Why BOM Exists?</vt:lpstr>
      <vt:lpstr>Where Do We Use BOM?</vt:lpstr>
      <vt:lpstr>BOM vs DOM (Very Important)</vt:lpstr>
      <vt:lpstr>Window Object (Heart of BOM)</vt:lpstr>
      <vt:lpstr>Window Object Properties</vt:lpstr>
      <vt:lpstr>Screen Object</vt:lpstr>
      <vt:lpstr>Location Object</vt:lpstr>
      <vt:lpstr>History Object</vt:lpstr>
      <vt:lpstr>Navigator Object</vt:lpstr>
      <vt:lpstr>Popup Methods</vt:lpstr>
      <vt:lpstr>Opening &amp; Closing Browser Windows</vt:lpstr>
      <vt:lpstr>Real‑Life Uses of BOM</vt:lpstr>
      <vt:lpstr>Summary of BOM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sujana yata</dc:creator>
  <cp:keywords/>
  <dc:description>generated using python-pptx</dc:description>
  <cp:lastModifiedBy>sujana yata</cp:lastModifiedBy>
  <cp:revision>2</cp:revision>
  <dcterms:created xsi:type="dcterms:W3CDTF">2013-01-27T09:14:16Z</dcterms:created>
  <dcterms:modified xsi:type="dcterms:W3CDTF">2025-11-24T06:24:22Z</dcterms:modified>
  <cp:category/>
</cp:coreProperties>
</file>